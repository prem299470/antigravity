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233C"/>
                </a:solidFill>
                <a:latin typeface="Aptos Display"/>
              </a:rPr>
              <a:t>CyberShield AI</a:t>
            </a:r>
          </a:p>
          <a:p>
            <a:r>
              <a:rPr sz="2200">
                <a:solidFill>
                  <a:srgbClr val="0D9488"/>
                </a:solidFill>
                <a:latin typeface="Aptos"/>
              </a:rPr>
              <a:t>Algorithms Used And What They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252B36"/>
                </a:solidFill>
                <a:latin typeface="Aptos"/>
              </a:rPr>
              <a:t>This presentation explains the main algorithms used in the project, how they work, and why they are important.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252B36"/>
                </a:solidFill>
                <a:latin typeface="Aptos"/>
              </a:rPr>
              <a:t>The project combines heuristics, scoring models, lightweight NLP, hashing, confidence ranking, and distance calculation.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25780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Why Algorithms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005840"/>
            <a:ext cx="5257800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Project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7904"/>
            <a:ext cx="4983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They turn raw user input into meaningful security decisions.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They help classify content as safe, suspicious, or malicious.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They improve consistency instead of relying on guesswork.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517904"/>
            <a:ext cx="4983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Scam detection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Password strength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File scanning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URL safety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App privacy risk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Transaction fraud analysis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Footprint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1. Rule-Based Heuristic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Uses predefined rules, regex patterns, suspicious keywords, and safe-pattern checks to detect risk signals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Phishing text analysis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URL and domain risk detection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Suspicious file-name and extension checks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Transaction fraud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Scam detection text-signal engine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Safe browsing checker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File scanner local pre-scan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Transaction analyzer flag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2. Weighted Scoring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Assigns positive and negative points to signals and converts them into a final score or risk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Password strength scoring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Scam threat scoring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App privacy scoring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Transaction risk scoring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Footprint confidence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Password checker strength model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Threat score in scam detector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App risk aggregation model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Transaction analyzer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3. Lexicon-Based NLP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Splits text into tokens, compares them with suspicious and legitimate word dictionaries, and builds a phishing-oriented language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Detecting phishing wording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Estimating how scam-like a message sounds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Reducing false positives with legitimate vocabulary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Tokenization of phishing text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Suspicious and legitimate lexicon weights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Browser NLP model used in AI Scam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4. Sigmoid Probability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Transforms a raw NLP score into a bounded probability value so the output is easier to read as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Phishing probability output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Confidence-style message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Used after NLP raw-score calculation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Produces probability-style phishing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5. SHA-256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Creates a unique cryptographic fingerprint for a file so it can be identified without relying only on the file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File identity checking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VirusTotal hash-based report lookup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Safer malware analysis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File scanner hashing step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Local hash generation before optional API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6. Domain And URL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Examines domain structure for phishing traits such as suspicious TLDs, IP-based URLs, excessive subdomains, punycode, and deceptive trust 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Website safety checks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Suspicious link inspection in scam detection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Brand-domain mismatch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Safe browsing checker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Scam detection URL analyzer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Live landing-page inspection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7. Permission And Tracker Risk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Combines permission sensitivity, tracker presence, network signals, engine verdicts, and publisher trust into a privacy-risk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App privacy scanning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Permission abuse estimation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Tracker-heavy app 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App privacy scanner score model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Vendor-matrix style reputation aggregation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Unknown-app fallback risk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8. Behavioral Transaction Risk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Evaluates money movement using context such as amount anomaly, recipient trust, device trust, location trust, scenario, and user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Payment fraud detection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Suspicious transaction review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Decision support before sending 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Transaction analyzer flags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History-based recipient and amount checks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Scenario-specific fraud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9. Confidence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Assigns confidence labels and sorts results so the strongest evidence appears first instead of mixing guesses with verified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Footprint tracker result ordering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Public-trace evidence explanation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Reducing misleading search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Result-confidence helper functions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Sorted manual and verified results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Accuracy summaries in footprint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10. Haversine Distance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Algorithm purpose, usage, and practical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2B36"/>
                </a:solidFill>
                <a:latin typeface="Aptos"/>
              </a:rPr>
              <a:t>What It Does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606B7A"/>
                </a:solidFill>
                <a:latin typeface="Aptos"/>
              </a:rPr>
              <a:t>Calculates the distance between two GPS coordinate points on Earth using latitude and longitude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Used For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Nearest police station guidance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Route and location calculations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Live GPS distance estimation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49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09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2B36"/>
                </a:solidFill>
                <a:latin typeface="Aptos"/>
              </a:rPr>
              <a:t>Where It Appears In The Project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GPS tracker module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606B7A"/>
                </a:solidFill>
                <a:latin typeface="Aptos"/>
              </a:rPr>
              <a:t>Nearby location and route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CyberShield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38912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6E1F0"/>
                </a:solidFill>
                <a:latin typeface="Aptos"/>
              </a:rPr>
              <a:t>Summary of algorithmic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252B36"/>
                </a:solidFill>
                <a:latin typeface="Aptos"/>
              </a:rPr>
              <a:t>The project does not rely on one single algorithm. It uses a layered approach.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252B36"/>
                </a:solidFill>
                <a:latin typeface="Aptos"/>
              </a:rPr>
              <a:t>Heuristics provide quick first-level detection.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252B36"/>
                </a:solidFill>
                <a:latin typeface="Aptos"/>
              </a:rPr>
              <a:t>Weighted scoring turns many small signals into practical risk outputs.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252B36"/>
                </a:solidFill>
                <a:latin typeface="Aptos"/>
              </a:rPr>
              <a:t>NLP improves scam-message understanding.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252B36"/>
                </a:solidFill>
                <a:latin typeface="Aptos"/>
              </a:rPr>
              <a:t>Hashing and domain analysis improve technical accuracy.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252B36"/>
                </a:solidFill>
                <a:latin typeface="Aptos"/>
              </a:rPr>
              <a:t>Confidence ranking helps present honest and understandable results.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252B36"/>
                </a:solidFill>
                <a:latin typeface="Aptos"/>
              </a:rPr>
              <a:t>Together, these algorithms make the dashboard practical for real-world cybersecurity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B7A"/>
                </a:solidFill>
                <a:latin typeface="Aptos"/>
              </a:rPr>
              <a:t>Algorithms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